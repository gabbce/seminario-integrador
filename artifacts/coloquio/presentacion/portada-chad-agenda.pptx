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4775f6233b43a4" /><Relationship Type="http://schemas.openxmlformats.org/officeDocument/2006/relationships/extended-properties" Target="/docProps/app.xml" Id="Rda7092d07a8e4c83" /><Relationship Type="http://schemas.openxmlformats.org/officeDocument/2006/relationships/officeDocument" Target="/ppt/presentation.xml" Id="Raf769063c99e47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ac096366da4faf"/>
  </p:sldMasterIdLst>
  <p:notesMasterIdLst>
    <p:notesMasterId xmlns:r="http://schemas.openxmlformats.org/officeDocument/2006/relationships" r:id="R98be51475589485c"/>
  </p:notesMasterIdLst>
  <p:sldIdLst>
    <p:sldId xmlns:r="http://schemas.openxmlformats.org/officeDocument/2006/relationships" id="256" r:id="Rb474bdc949f948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2002c625e247ad" /><Relationship Type="http://schemas.openxmlformats.org/officeDocument/2006/relationships/slideMaster" Target="/ppt/slideMasters/slideMaster1.xml" Id="Refac096366da4faf" /><Relationship Type="http://schemas.openxmlformats.org/officeDocument/2006/relationships/notesMaster" Target="/ppt/notesMasters/notesMaster1.xml" Id="R98be51475589485c" /><Relationship Type="http://schemas.openxmlformats.org/officeDocument/2006/relationships/presProps" Target="/ppt/presProps.xml" Id="Re7f10984e691499f" /><Relationship Type="http://schemas.openxmlformats.org/officeDocument/2006/relationships/tableStyles" Target="/ppt/tableStyles.xml" Id="Rb7eae43ce7754dcb" /><Relationship Type="http://schemas.openxmlformats.org/officeDocument/2006/relationships/slide" Target="/ppt/slides/slide1.xml" Id="Rb474bdc949f948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fd251a97fc4c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aee26180914ffe" /><Relationship Type="http://schemas.openxmlformats.org/officeDocument/2006/relationships/notesMaster" Target="/ppt/notesMasters/notesMaster1.xml" Id="Rcc97ff565ec6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6f26b32ab40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3127d76b747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790fc00344a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df545354448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ad49ba28a44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04cf7bfd948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0A10EF-A1D2-4805-803D-55B38C716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B6C00D-4199-4DC7-8463-7B7D695E9A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54A8A6-F82B-4546-AED4-4139E784A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D8E981-80BB-489B-B110-3A4EDD683F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1DC945-982E-405C-AE82-AA00125439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76F0D3-4AA0-4965-8473-2EF7241D01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33459B-3C2B-4C61-B92D-105CF23239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CA1352-7080-424E-8817-4F141581AE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BE5813-D59B-4311-98B7-D6E35E2DA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99D4AA-73BE-4534-B460-0834FF704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f08759b4434a8b" /><Relationship Type="http://schemas.openxmlformats.org/officeDocument/2006/relationships/slideLayout" Target="/ppt/slideLayouts/slideLayout1.xml" Id="R9499f399c21d4c0a" /><Relationship Type="http://schemas.openxmlformats.org/officeDocument/2006/relationships/slideLayout" Target="/ppt/slideLayouts/slideLayout2.xml" Id="R985378f80c5a4355" /><Relationship Type="http://schemas.openxmlformats.org/officeDocument/2006/relationships/slideLayout" Target="/ppt/slideLayouts/slideLayout3.xml" Id="R74966b0e65b14a41" /><Relationship Type="http://schemas.openxmlformats.org/officeDocument/2006/relationships/slideLayout" Target="/ppt/slideLayouts/slideLayout4.xml" Id="R4afccdd03a264b70" /><Relationship Type="http://schemas.openxmlformats.org/officeDocument/2006/relationships/slideLayout" Target="/ppt/slideLayouts/slideLayout5.xml" Id="Rf34e52b5c1e14055" /><Relationship Type="http://schemas.openxmlformats.org/officeDocument/2006/relationships/slideLayout" Target="/ppt/slideLayouts/slideLayout6.xml" Id="R6fb44c3b1d614f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99f399c21d4c0a"/>
    <p:sldLayoutId xmlns:r="http://schemas.openxmlformats.org/officeDocument/2006/relationships" id="2147483650" r:id="R985378f80c5a4355"/>
    <p:sldLayoutId xmlns:r="http://schemas.openxmlformats.org/officeDocument/2006/relationships" id="2147483651" r:id="R74966b0e65b14a41"/>
    <p:sldLayoutId xmlns:r="http://schemas.openxmlformats.org/officeDocument/2006/relationships" id="2147483652" r:id="R4afccdd03a264b70"/>
    <p:sldLayoutId xmlns:r="http://schemas.openxmlformats.org/officeDocument/2006/relationships" id="2147483653" r:id="Rf34e52b5c1e14055"/>
    <p:sldLayoutId xmlns:r="http://schemas.openxmlformats.org/officeDocument/2006/relationships" id="2147483654" r:id="R6fb44c3b1d614f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4095531694f1a" /><Relationship Type="http://schemas.openxmlformats.org/officeDocument/2006/relationships/image" Target="/ppt/media/image.png" Id="R5dbbe1311c264e01" /><Relationship Type="http://schemas.openxmlformats.org/officeDocument/2006/relationships/notesSlide" Target="/ppt/notesSlides/notesSlide1.xml" Id="R737eb58e67d24f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istema">
            <a:extLst xmlns:a="http://schemas.openxmlformats.org/drawingml/2006/main">
              <a:ext uri="{FF2B5EF4-FFF2-40B4-BE49-F238E27FC236}">
                <a16:creationId xmlns:a16="http://schemas.microsoft.com/office/drawing/2014/main" id="{E7C29884-584D-47D2-8EB7-64B945EC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4D3A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389BD5CF-109B-42B3-A4CA-424F718C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6687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defPPr>
            <a:lvl1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1pPr>
            <a:lvl2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2pPr>
            <a:lvl3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3pPr>
            <a:lvl4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4pPr>
            <a:lvl5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5pPr>
            <a:lvl6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6pPr>
            <a:lvl7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7pPr>
            <a:lvl8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8pPr>
            <a:lvl9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625" b="1">
                <a:solidFill>
                  <a:srgbClr val="194D3A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194D3A"/>
                </a:solidFill>
                <a:latin typeface="Arial"/>
                <a:ea typeface="Arial"/>
                <a:cs typeface="Arial"/>
              </a:rPr>
              <a:t>C.H.A.D.</a:t>
            </a:r>
          </a:p>
        </p:txBody>
      </p:sp>
      <p:sp>
        <p:nvSpPr>
          <p:cNvPr id="3" name="subtitulo">
            <a:extLst xmlns:a="http://schemas.openxmlformats.org/drawingml/2006/main">
              <a:ext uri="{FF2B5EF4-FFF2-40B4-BE49-F238E27FC236}">
                <a16:creationId xmlns:a16="http://schemas.microsoft.com/office/drawing/2014/main" id="{BA83CCF4-13CB-403B-99F0-CA403725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4D3A"/>
                </a:solidFill>
                <a:latin typeface="Arial"/>
                <a:ea typeface="Arial"/>
                <a:cs typeface="Arial"/>
              </a:rPr>
              <a:t>Control de Horarios</a:t>
            </a:r>
          </a:p>
          <a:p xmlns:a="http://schemas.openxmlformats.org/drawingml/2006/main">
            <a:pPr>
              <a:defRPr sz="2100" b="0">
                <a:solidFill>
                  <a:srgbClr val="194D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4D3A"/>
                </a:solidFill>
                <a:latin typeface="Arial"/>
                <a:ea typeface="Arial"/>
                <a:cs typeface="Arial"/>
              </a:rPr>
              <a:t>y Aulas Disponibles</a:t>
            </a:r>
          </a:p>
        </p:txBody>
      </p:sp>
      <p:sp>
        <p:nvSpPr>
          <p:cNvPr id="4" name="integrantes">
            <a:extLst xmlns:a="http://schemas.openxmlformats.org/drawingml/2006/main">
              <a:ext uri="{FF2B5EF4-FFF2-40B4-BE49-F238E27FC236}">
                <a16:creationId xmlns:a16="http://schemas.microsoft.com/office/drawing/2014/main" id="{F6FC2698-2164-4786-898B-74C85B3C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52B"/>
                </a:solidFill>
                <a:latin typeface="Arial"/>
                <a:ea typeface="Arial"/>
                <a:cs typeface="Arial"/>
              </a:rPr>
              <a:t>Gabriel J Canavesio</a:t>
            </a:r>
          </a:p>
          <a:p xmlns:a="http://schemas.openxmlformats.org/drawingml/2006/main">
            <a: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52B"/>
                </a:solidFill>
                <a:latin typeface="Arial"/>
                <a:ea typeface="Arial"/>
                <a:cs typeface="Arial"/>
              </a:rPr>
              <a:t>Exequiel Sandria</a:t>
            </a:r>
          </a:p>
          <a:p xmlns:a="http://schemas.openxmlformats.org/drawingml/2006/main">
            <a:pPr>
              <a:defRPr sz="1725" b="0">
                <a:solidFill>
                  <a:srgbClr val="2435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52B"/>
                </a:solidFill>
                <a:latin typeface="Arial"/>
                <a:ea typeface="Arial"/>
                <a:cs typeface="Arial"/>
              </a:rPr>
              <a:t>Santiago Sanchez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F68A3-659A-4350-B9B7-D3AD80D4F9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be1311c264e01"/>
          <a:stretch xmlns:a="http://schemas.openxmlformats.org/drawingml/2006/main"/>
        </p:blipFill>
        <p:spPr>
          <a:xfrm xmlns:a="http://schemas.openxmlformats.org/drawingml/2006/main">
            <a:off x="4000500" y="609600"/>
            <a:ext cx="7810500" cy="56409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23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2026-10-20T01:30:20.4320000Z</dcterms:created>
  <dcterms:modified xsi:type="dcterms:W3CDTF">2026-10-20T01:30:20.4330000Z</dcterms:modified>
</coreProperties>
</file>