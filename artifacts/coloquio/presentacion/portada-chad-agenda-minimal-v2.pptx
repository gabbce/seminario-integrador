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e6d2608dda4b50" /><Relationship Type="http://schemas.openxmlformats.org/officeDocument/2006/relationships/extended-properties" Target="/docProps/app.xml" Id="Rb132c70801864f5d" /><Relationship Type="http://schemas.openxmlformats.org/officeDocument/2006/relationships/officeDocument" Target="/ppt/presentation.xml" Id="R280344d0113f43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945d9ed5e1438f"/>
  </p:sldMasterIdLst>
  <p:notesMasterIdLst>
    <p:notesMasterId xmlns:r="http://schemas.openxmlformats.org/officeDocument/2006/relationships" r:id="Rc9ef97f3f2a34952"/>
  </p:notesMasterIdLst>
  <p:sldIdLst>
    <p:sldId xmlns:r="http://schemas.openxmlformats.org/officeDocument/2006/relationships" id="256" r:id="Rc9df628b030949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b43371f492465e" /><Relationship Type="http://schemas.openxmlformats.org/officeDocument/2006/relationships/slideMaster" Target="/ppt/slideMasters/slideMaster1.xml" Id="R4e945d9ed5e1438f" /><Relationship Type="http://schemas.openxmlformats.org/officeDocument/2006/relationships/notesMaster" Target="/ppt/notesMasters/notesMaster1.xml" Id="Rc9ef97f3f2a34952" /><Relationship Type="http://schemas.openxmlformats.org/officeDocument/2006/relationships/presProps" Target="/ppt/presProps.xml" Id="Rb8fa634f04c14cad" /><Relationship Type="http://schemas.openxmlformats.org/officeDocument/2006/relationships/tableStyles" Target="/ppt/tableStyles.xml" Id="R852aa254a1a84f78" /><Relationship Type="http://schemas.openxmlformats.org/officeDocument/2006/relationships/slide" Target="/ppt/slides/slide1.xml" Id="Rc9df628b030949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e5d5d460ad42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844a698dcd4584" /><Relationship Type="http://schemas.openxmlformats.org/officeDocument/2006/relationships/notesMaster" Target="/ppt/notesMasters/notesMaster1.xml" Id="R2f46d8bbe2cc45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81bfb4416a44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8fcf9bf20b4c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4121e04b224c7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f1e359e03243b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29b69cfbdb42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097f98d6cc48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59FA2C-D6BA-432E-8805-A7A753C42A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AE24575-1710-4E7B-B6FA-88735406CFE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C6BA888-0080-4BD3-89D4-099B557A26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31E2B2-ADCD-458D-AD39-F9282C6FF3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FCCF547-3546-4595-8DFD-2C96AEACA2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E2F51D-D78D-46E8-AABD-FFD9CC40F0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7441D57-C37A-42FF-9128-8BA9D9CAEE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F581E19-F9B7-40D5-A672-3873C0448DF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5DD9A6-AAAE-4613-A352-366EF24434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DF3C0D-7CB8-4E86-B673-4E8AA497A7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dffb4c2f20436c" /><Relationship Type="http://schemas.openxmlformats.org/officeDocument/2006/relationships/slideLayout" Target="/ppt/slideLayouts/slideLayout1.xml" Id="R7511a4a8fe9a4cb8" /><Relationship Type="http://schemas.openxmlformats.org/officeDocument/2006/relationships/slideLayout" Target="/ppt/slideLayouts/slideLayout2.xml" Id="R511e5d1f1add4f57" /><Relationship Type="http://schemas.openxmlformats.org/officeDocument/2006/relationships/slideLayout" Target="/ppt/slideLayouts/slideLayout3.xml" Id="R9366dec29ff4461b" /><Relationship Type="http://schemas.openxmlformats.org/officeDocument/2006/relationships/slideLayout" Target="/ppt/slideLayouts/slideLayout4.xml" Id="R0e95e0c1530b4a1c" /><Relationship Type="http://schemas.openxmlformats.org/officeDocument/2006/relationships/slideLayout" Target="/ppt/slideLayouts/slideLayout5.xml" Id="R204c1ea224674dd0" /><Relationship Type="http://schemas.openxmlformats.org/officeDocument/2006/relationships/slideLayout" Target="/ppt/slideLayouts/slideLayout6.xml" Id="R47deb63c74044e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11a4a8fe9a4cb8"/>
    <p:sldLayoutId xmlns:r="http://schemas.openxmlformats.org/officeDocument/2006/relationships" id="2147483650" r:id="R511e5d1f1add4f57"/>
    <p:sldLayoutId xmlns:r="http://schemas.openxmlformats.org/officeDocument/2006/relationships" id="2147483651" r:id="R9366dec29ff4461b"/>
    <p:sldLayoutId xmlns:r="http://schemas.openxmlformats.org/officeDocument/2006/relationships" id="2147483652" r:id="R0e95e0c1530b4a1c"/>
    <p:sldLayoutId xmlns:r="http://schemas.openxmlformats.org/officeDocument/2006/relationships" id="2147483653" r:id="R204c1ea224674dd0"/>
    <p:sldLayoutId xmlns:r="http://schemas.openxmlformats.org/officeDocument/2006/relationships" id="2147483654" r:id="R47deb63c74044e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3fa33faae0439a" /><Relationship Type="http://schemas.openxmlformats.org/officeDocument/2006/relationships/image" Target="/ppt/media/image.png" Id="R52111070e2144e35" /><Relationship Type="http://schemas.openxmlformats.org/officeDocument/2006/relationships/notesSlide" Target="/ppt/notesSlides/notesSlide1.xml" Id="Red345f9ab22545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istema">
            <a:extLst xmlns:a="http://schemas.openxmlformats.org/drawingml/2006/main">
              <a:ext uri="{FF2B5EF4-FFF2-40B4-BE49-F238E27FC236}">
                <a16:creationId xmlns:a16="http://schemas.microsoft.com/office/drawing/2014/main" id="{5487F652-75D8-4D87-96AC-42B7ABCF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4D3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titulo">
            <a:extLst xmlns:a="http://schemas.openxmlformats.org/drawingml/2006/main">
              <a:ext uri="{FF2B5EF4-FFF2-40B4-BE49-F238E27FC236}">
                <a16:creationId xmlns:a16="http://schemas.microsoft.com/office/drawing/2014/main" id="{AE88688F-18F5-44C2-BCC6-61176C65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3000" b="1">
                <a:solidFill>
                  <a:srgbClr val="194D3A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562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562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562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562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562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562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562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562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562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4D3A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194D3A"/>
                </a:solidFill>
                <a:latin typeface="Segoe UI"/>
                <a:ea typeface="Segoe UI"/>
                <a:cs typeface="Segoe UI"/>
              </a:rPr>
              <a:t>Sistema C.H.A.D.</a:t>
            </a:r>
          </a:p>
        </p:txBody>
      </p:sp>
      <p:sp>
        <p:nvSpPr>
          <p:cNvPr id="3" name="subtitulo">
            <a:extLst xmlns:a="http://schemas.openxmlformats.org/drawingml/2006/main">
              <a:ext uri="{FF2B5EF4-FFF2-40B4-BE49-F238E27FC236}">
                <a16:creationId xmlns:a16="http://schemas.microsoft.com/office/drawing/2014/main" id="{D4A7B7CD-3CB9-4E4A-BBBE-C719C817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94D3A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2100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94D3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94D3A"/>
                </a:solidFill>
                <a:latin typeface="Segoe UI"/>
                <a:ea typeface="Segoe UI"/>
                <a:cs typeface="Segoe UI"/>
              </a:rPr>
              <a:t>Control de Horarios</a:t>
            </a:r>
          </a:p>
          <a:p xmlns:a="http://schemas.openxmlformats.org/drawingml/2006/main">
            <a:pPr>
              <a:buNone/>
              <a:defRPr sz="2025" b="0">
                <a:solidFill>
                  <a:srgbClr val="194D3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94D3A"/>
                </a:solidFill>
                <a:latin typeface="Segoe UI"/>
                <a:ea typeface="Segoe UI"/>
                <a:cs typeface="Segoe UI"/>
              </a:rPr>
              <a:t>y Aulas Disponibles</a:t>
            </a:r>
          </a:p>
        </p:txBody>
      </p:sp>
      <p:sp>
        <p:nvSpPr>
          <p:cNvPr id="4" name="integrantes">
            <a:extLst xmlns:a="http://schemas.openxmlformats.org/drawingml/2006/main">
              <a:ext uri="{FF2B5EF4-FFF2-40B4-BE49-F238E27FC236}">
                <a16:creationId xmlns:a16="http://schemas.microsoft.com/office/drawing/2014/main" id="{23D41862-58A1-4DEF-AADA-805182DA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52B"/>
                </a:solidFill>
                <a:latin typeface="Arial"/>
                <a:ea typeface="Arial"/>
                <a:cs typeface="Arial"/>
              </a:rPr>
              <a:t>Gabriel J Canavesio</a:t>
            </a:r>
          </a:p>
          <a:p xmlns:a="http://schemas.openxmlformats.org/drawingml/2006/main">
            <a:pPr>
              <a:buNone/>
              <a:defRPr sz="172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52B"/>
                </a:solidFill>
                <a:latin typeface="Arial"/>
                <a:ea typeface="Arial"/>
                <a:cs typeface="Arial"/>
              </a:rPr>
              <a:t>Exequiel Sandria</a:t>
            </a:r>
          </a:p>
          <a:p xmlns:a="http://schemas.openxmlformats.org/drawingml/2006/main">
            <a:pPr>
              <a:buNone/>
              <a:defRPr sz="172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52B"/>
                </a:solidFill>
                <a:latin typeface="Arial"/>
                <a:ea typeface="Arial"/>
                <a:cs typeface="Arial"/>
              </a:rPr>
              <a:t>Santiago Sanchez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8B7E4-8624-44F5-9E44-AC848192FA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11070e2144e35"/>
          <a:stretch xmlns:a="http://schemas.openxmlformats.org/drawingml/2006/main"/>
        </p:blipFill>
        <p:spPr>
          <a:xfrm xmlns:a="http://schemas.openxmlformats.org/drawingml/2006/main">
            <a:off x="4000500" y="609600"/>
            <a:ext cx="7810500" cy="56409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7139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2026-10-20T01:50:46.4370000Z</dcterms:created>
  <dcterms:modified xsi:type="dcterms:W3CDTF">2026-10-20T01:50:46.4370000Z</dcterms:modified>
</coreProperties>
</file>