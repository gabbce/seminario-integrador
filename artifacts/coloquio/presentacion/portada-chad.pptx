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ca786efa724c5f" /><Relationship Type="http://schemas.openxmlformats.org/officeDocument/2006/relationships/extended-properties" Target="/docProps/app.xml" Id="R9b0d2b6e05244c32" /><Relationship Type="http://schemas.openxmlformats.org/officeDocument/2006/relationships/officeDocument" Target="/ppt/presentation.xml" Id="Rcf628f3ac53549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b17c35233e4ae2"/>
  </p:sldMasterIdLst>
  <p:notesMasterIdLst>
    <p:notesMasterId xmlns:r="http://schemas.openxmlformats.org/officeDocument/2006/relationships" r:id="R65eb0d931efa4302"/>
  </p:notesMasterIdLst>
  <p:sldIdLst>
    <p:sldId xmlns:r="http://schemas.openxmlformats.org/officeDocument/2006/relationships" id="256" r:id="Ra56c2e2f43cd41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ee19f7d91c4f36" /><Relationship Type="http://schemas.openxmlformats.org/officeDocument/2006/relationships/slideMaster" Target="/ppt/slideMasters/slideMaster1.xml" Id="R65b17c35233e4ae2" /><Relationship Type="http://schemas.openxmlformats.org/officeDocument/2006/relationships/notesMaster" Target="/ppt/notesMasters/notesMaster1.xml" Id="R65eb0d931efa4302" /><Relationship Type="http://schemas.openxmlformats.org/officeDocument/2006/relationships/presProps" Target="/ppt/presProps.xml" Id="R4d820be80f424ca8" /><Relationship Type="http://schemas.openxmlformats.org/officeDocument/2006/relationships/tableStyles" Target="/ppt/tableStyles.xml" Id="R979199901902414f" /><Relationship Type="http://schemas.openxmlformats.org/officeDocument/2006/relationships/slide" Target="/ppt/slides/slide1.xml" Id="Ra56c2e2f43cd41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e054e29c8e46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42859b088e412a" /><Relationship Type="http://schemas.openxmlformats.org/officeDocument/2006/relationships/notesMaster" Target="/ppt/notesMasters/notesMaster1.xml" Id="Rfb9791fa73e14e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19ad8a1524d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fedd04ae748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c1b2af60b4f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7e058505947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4cea646b344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8651f440b43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0954A1-7838-4262-A500-725FAABEF0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CC326E-6B77-4BC8-9697-54BD4F5527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B6B1757-941F-4DDA-A281-72DDFF0F6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081F61-7834-4DAC-A142-84C702A80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0BA149-F754-40A3-B281-6E5C95DE1E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3C392B-87EA-413E-930A-A3A74C1CC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8083E3-99F8-44F5-9952-A5B8AD61B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FDD572-235A-4094-9A54-360979DE13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B21E5C-F2FA-4092-B6E2-2F44075B32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DC6433-5DBB-4396-ACC4-C301B6FB2A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35f943803c4cd4" /><Relationship Type="http://schemas.openxmlformats.org/officeDocument/2006/relationships/slideLayout" Target="/ppt/slideLayouts/slideLayout1.xml" Id="Rbd394ced8b644652" /><Relationship Type="http://schemas.openxmlformats.org/officeDocument/2006/relationships/slideLayout" Target="/ppt/slideLayouts/slideLayout2.xml" Id="Rd5bd196acab842c3" /><Relationship Type="http://schemas.openxmlformats.org/officeDocument/2006/relationships/slideLayout" Target="/ppt/slideLayouts/slideLayout3.xml" Id="R46ee69b7941f495b" /><Relationship Type="http://schemas.openxmlformats.org/officeDocument/2006/relationships/slideLayout" Target="/ppt/slideLayouts/slideLayout4.xml" Id="R34869d528f1741b7" /><Relationship Type="http://schemas.openxmlformats.org/officeDocument/2006/relationships/slideLayout" Target="/ppt/slideLayouts/slideLayout5.xml" Id="R6c835f1d1fab4a1e" /><Relationship Type="http://schemas.openxmlformats.org/officeDocument/2006/relationships/slideLayout" Target="/ppt/slideLayouts/slideLayout6.xml" Id="R6e745d1179bd4c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394ced8b644652"/>
    <p:sldLayoutId xmlns:r="http://schemas.openxmlformats.org/officeDocument/2006/relationships" id="2147483650" r:id="Rd5bd196acab842c3"/>
    <p:sldLayoutId xmlns:r="http://schemas.openxmlformats.org/officeDocument/2006/relationships" id="2147483651" r:id="R46ee69b7941f495b"/>
    <p:sldLayoutId xmlns:r="http://schemas.openxmlformats.org/officeDocument/2006/relationships" id="2147483652" r:id="R34869d528f1741b7"/>
    <p:sldLayoutId xmlns:r="http://schemas.openxmlformats.org/officeDocument/2006/relationships" id="2147483653" r:id="R6c835f1d1fab4a1e"/>
    <p:sldLayoutId xmlns:r="http://schemas.openxmlformats.org/officeDocument/2006/relationships" id="2147483654" r:id="R6e745d1179bd4c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b8a222b864519" /><Relationship Type="http://schemas.openxmlformats.org/officeDocument/2006/relationships/image" Target="/ppt/media/image.png" Id="Re0e207ba3d914400" /><Relationship Type="http://schemas.openxmlformats.org/officeDocument/2006/relationships/notesSlide" Target="/ppt/notesSlides/notesSlide1.xml" Id="Rcacb6505f82b49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loquio">
            <a:extLst xmlns:a="http://schemas.openxmlformats.org/drawingml/2006/main">
              <a:ext uri="{FF2B5EF4-FFF2-40B4-BE49-F238E27FC236}">
                <a16:creationId xmlns:a16="http://schemas.microsoft.com/office/drawing/2014/main" id="{901CD253-24FA-4803-92FC-CA465A91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4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45D"/>
                </a:solidFill>
                <a:latin typeface="Arial"/>
                <a:ea typeface="Arial"/>
                <a:cs typeface="Arial"/>
              </a:rPr>
              <a:t>Coloquio de Seminario Integrador</a:t>
            </a:r>
          </a:p>
        </p:txBody>
      </p:sp>
      <p:sp>
        <p:nvSpPr>
          <p:cNvPr id="2" name="sistema">
            <a:extLst xmlns:a="http://schemas.openxmlformats.org/drawingml/2006/main">
              <a:ext uri="{FF2B5EF4-FFF2-40B4-BE49-F238E27FC236}">
                <a16:creationId xmlns:a16="http://schemas.microsoft.com/office/drawing/2014/main" id="{7DBA097F-8A1B-459E-A894-F61589AD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4D3A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3" name="titulo">
            <a:extLst xmlns:a="http://schemas.openxmlformats.org/drawingml/2006/main">
              <a:ext uri="{FF2B5EF4-FFF2-40B4-BE49-F238E27FC236}">
                <a16:creationId xmlns:a16="http://schemas.microsoft.com/office/drawing/2014/main" id="{DAE78BB2-9813-4054-8F6B-A564B13C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7191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194D3A"/>
                </a:solidFill>
                <a:latin typeface="Arial"/>
                <a:ea typeface="Arial"/>
                <a:cs typeface="Arial"/>
              </a:rPr>
              <a:t>C.H.A.D.</a:t>
            </a:r>
          </a:p>
        </p:txBody>
      </p:sp>
      <p:sp>
        <p:nvSpPr>
          <p:cNvPr id="4" name="subtitulo">
            <a:extLst xmlns:a="http://schemas.openxmlformats.org/drawingml/2006/main">
              <a:ext uri="{FF2B5EF4-FFF2-40B4-BE49-F238E27FC236}">
                <a16:creationId xmlns:a16="http://schemas.microsoft.com/office/drawing/2014/main" id="{3622A223-B994-4272-8C87-32D2CAC1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94D3A"/>
                </a:solidFill>
                <a:latin typeface="Arial"/>
                <a:ea typeface="Arial"/>
                <a:cs typeface="Arial"/>
              </a:rPr>
              <a:t>Control de Horarios</a:t>
            </a:r>
          </a:p>
          <a:p xmlns:a="http://schemas.openxmlformats.org/drawingml/2006/main">
            <a:pPr>
              <a:defRPr sz="2475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94D3A"/>
                </a:solidFill>
                <a:latin typeface="Arial"/>
                <a:ea typeface="Arial"/>
                <a:cs typeface="Arial"/>
              </a:rPr>
              <a:t>y Aulas Disponibles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37A1B-6180-4C4F-8C56-FF59CB96D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207ba3d914400"/>
          <a:stretch xmlns:a="http://schemas.openxmlformats.org/drawingml/2006/main"/>
        </p:blipFill>
        <p:spPr>
          <a:xfrm xmlns:a="http://schemas.openxmlformats.org/drawingml/2006/main">
            <a:off x="7981950" y="1695450"/>
            <a:ext cx="3409950" cy="3409950"/>
          </a:xfrm>
          <a:prstGeom xmlns:a="http://schemas.openxmlformats.org/drawingml/2006/main" prst="rect">
            <a:avLst/>
          </a:prstGeom>
        </p:spPr>
      </p:pic>
      <p:sp>
        <p:nvSpPr>
          <p:cNvPr id="6" name="integrantes">
            <a:extLst xmlns:a="http://schemas.openxmlformats.org/drawingml/2006/main">
              <a:ext uri="{FF2B5EF4-FFF2-40B4-BE49-F238E27FC236}">
                <a16:creationId xmlns:a16="http://schemas.microsoft.com/office/drawing/2014/main" id="{DD897E9B-13ED-4612-8818-EA63887A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685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52B"/>
                </a:solidFill>
                <a:latin typeface="Arial"/>
                <a:ea typeface="Arial"/>
                <a:cs typeface="Arial"/>
              </a:rPr>
              <a:t>Gabriel J Canavesio</a:t>
            </a:r>
          </a:p>
          <a:p xmlns:a="http://schemas.openxmlformats.org/drawingml/2006/main">
            <a: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52B"/>
                </a:solidFill>
                <a:latin typeface="Arial"/>
                <a:ea typeface="Arial"/>
                <a:cs typeface="Arial"/>
              </a:rPr>
              <a:t>Exequiel Sandria</a:t>
            </a:r>
          </a:p>
          <a:p xmlns:a="http://schemas.openxmlformats.org/drawingml/2006/main">
            <a:pPr>
              <a:defRPr sz="187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52B"/>
                </a:solidFill>
                <a:latin typeface="Arial"/>
                <a:ea typeface="Arial"/>
                <a:cs typeface="Arial"/>
              </a:rPr>
              <a:t>Santiago Sanchez</a:t>
            </a:r>
          </a:p>
        </p:txBody>
      </p:sp>
    </p:spTree>
    <p:extLst>
      <p:ext uri="{BB962C8B-B14F-4D97-AF65-F5344CB8AC3E}">
        <p14:creationId xmlns:p14="http://schemas.microsoft.com/office/powerpoint/2010/main" val="1713360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2026-10-20T01:23:40.7240000Z</dcterms:created>
  <dcterms:modified xsi:type="dcterms:W3CDTF">2026-10-20T01:23:40.7240000Z</dcterms:modified>
</coreProperties>
</file>